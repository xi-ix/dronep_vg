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我的项目经历主要围绕人工智能在真实场景中的感知、理解和决策展开。</a:t>
            </a:r>
          </a:p>
          <a:p/>
          <a:p>
            <a:r>
              <a:t>在视觉方向，我做过基于 YOLO 的无人机编队状态识别，通过飞行视频识别编队形状和状态；在语言模型方向，我开发过面向深圳道路交通检测平台的 NLP2SQL Agent，让用户可以直接用自然语言查询交通数据。</a:t>
            </a:r>
          </a:p>
          <a:p/>
          <a:p>
            <a:r>
              <a:t>我的毕业设计研究无人机航拍场景下的开放词汇目标检测，重点解决小目标难定位和相似类别易混淆的问题。目前我参与具身智能交通指挥机器人项目，主要负责未佩戴头盔、闯红灯等交通违法行为的视觉识别。</a:t>
            </a:r>
          </a:p>
          <a:p/>
          <a:p>
            <a:r>
              <a:t>这些项目覆盖了计算机视觉、视觉语言模型、智能体和具身智能，也让我逐步形成了从环境感知、信息理解到决策执行的完整技术视角。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未来我希望重点研究视觉感知与具身智能的结合。相比只在静态数据集上完成识别，我更关注智能体如何在真实、动态的环境中持续感知，并依据视觉信息作出可靠行动。</a:t>
            </a:r>
          </a:p>
          <a:p/>
          <a:p>
            <a:r>
              <a:t>具体来说，我计划从三个方向展开。第一是可靠的动态视觉感知，继续研究目标检测、跟踪和行为识别，重点关注小目标、遮挡、视角变化以及复杂环境干扰，使机器人获得稳定、连续的环境状态。第二是视觉语言理解，希望利用视觉语言模型把图像、自然语言指令和场景知识联系起来，让机器人不仅能看见目标，还能理解人的任务要求和目标之间的关系。第三是感知与决策闭环，把视觉结果转化为可执行状态，并结合策略学习、强化学习等方法，让机器人根据环境反馈调整动作，而不是停留在单次识别上。</a:t>
            </a:r>
          </a:p>
          <a:p/>
          <a:p>
            <a:r>
              <a:t>在研究生阶段，我希望先夯实计算机视觉、机器人学和强化学习基础，复现并理解具身智能领域的代表性工作；之后依托交通指挥机器人等真实平台，逐步完成从感知、理解、决策到实机验证的完整系统。我最终希望提升机器人在开放环境中的泛化能力、可靠性和实际应用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33D52"/>
          </a:solidFill>
          <a:ln w="10160">
            <a:solidFill>
              <a:srgbClr val="2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INTERVIEW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1078992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100" b="1">
                <a:solidFill>
                  <a:srgbClr val="1A232E"/>
                </a:solidFill>
                <a:latin typeface="Noto Sans CJK SC"/>
              </a:rPr>
              <a:t>个人项目经历与未来规划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898648"/>
            <a:ext cx="8869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86370"/>
                </a:solidFill>
                <a:latin typeface="Noto Sans CJK SC"/>
              </a:rPr>
              <a:t>从视觉感知、语言理解到具身智能的项目实践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3566160"/>
            <a:ext cx="1417320" cy="41148"/>
          </a:xfrm>
          <a:prstGeom prst="rect">
            <a:avLst/>
          </a:prstGeom>
          <a:solidFill>
            <a:srgbClr val="2B70AB"/>
          </a:solidFill>
          <a:ln w="10160">
            <a:solidFill>
              <a:srgbClr val="2B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93976" y="3566160"/>
            <a:ext cx="1417320" cy="41148"/>
          </a:xfrm>
          <a:prstGeom prst="rect">
            <a:avLst/>
          </a:prstGeom>
          <a:solidFill>
            <a:srgbClr val="1B8278"/>
          </a:solidFill>
          <a:ln w="10160">
            <a:solidFill>
              <a:srgbClr val="1B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11296" y="3566160"/>
            <a:ext cx="1417320" cy="41148"/>
          </a:xfrm>
          <a:prstGeom prst="rect">
            <a:avLst/>
          </a:prstGeom>
          <a:solidFill>
            <a:srgbClr val="CE8423"/>
          </a:solidFill>
          <a:ln w="10160">
            <a:solidFill>
              <a:srgbClr val="CE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28616" y="3566160"/>
            <a:ext cx="1417320" cy="41148"/>
          </a:xfrm>
          <a:prstGeom prst="rect">
            <a:avLst/>
          </a:prstGeom>
          <a:solidFill>
            <a:srgbClr val="BE5047"/>
          </a:solidFill>
          <a:ln w="10160">
            <a:solidFill>
              <a:srgbClr val="BE5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60624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233D52"/>
                </a:solidFill>
                <a:latin typeface="Noto Sans CJK SC"/>
              </a:rPr>
              <a:t>项目经历  ·  技术方向  ·  未来规划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062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33D52"/>
          </a:solidFill>
          <a:ln w="10160">
            <a:solidFill>
              <a:srgbClr val="2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7680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A232E"/>
                </a:solidFill>
                <a:latin typeface="Noto Sans CJK SC"/>
              </a:rPr>
              <a:t>项目经历与技术方向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59536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86370"/>
                </a:solidFill>
                <a:latin typeface="Noto Sans CJK SC"/>
              </a:rPr>
              <a:t>围绕真实场景，持续探索从视觉感知、语言理解到智能决策与动作执行的完整链路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08592" y="411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PROJECT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44752"/>
            <a:ext cx="6583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2B70AB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17904"/>
            <a:ext cx="1655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>
                <a:solidFill>
                  <a:srgbClr val="586370"/>
                </a:solidFill>
                <a:latin typeface="Noto Sans CJK SC"/>
              </a:rPr>
              <a:t>视觉感知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4560"/>
            <a:ext cx="235915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A232E"/>
                </a:solidFill>
                <a:latin typeface="Noto Sans CJK SC"/>
              </a:rPr>
              <a:t>无人机编队状态识别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3063240"/>
            <a:ext cx="2359152" cy="32004"/>
          </a:xfrm>
          <a:prstGeom prst="rect">
            <a:avLst/>
          </a:prstGeom>
          <a:solidFill>
            <a:srgbClr val="2B70AB"/>
          </a:solidFill>
          <a:ln w="10160">
            <a:solidFill>
              <a:srgbClr val="2B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364992"/>
            <a:ext cx="2359152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86370"/>
                </a:solidFill>
                <a:latin typeface="Noto Sans CJK SC"/>
              </a:rPr>
              <a:t>面向无人机集群飞行监测场景，使用 YOLO 对编队飞行视频进行逐帧目标检测，结合无人机之间的空间分布与形状特征，识别编队队形并判断其飞行状态，完成从视频输入、目标检测到状态输出的视觉分析流程。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481328"/>
            <a:ext cx="10972" cy="4315968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444752"/>
            <a:ext cx="6583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B8278"/>
                </a:solidFill>
                <a:latin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1517904"/>
            <a:ext cx="1655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>
                <a:solidFill>
                  <a:srgbClr val="586370"/>
                </a:solidFill>
                <a:latin typeface="Noto Sans CJK SC"/>
              </a:rPr>
              <a:t>语言智能体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194560"/>
            <a:ext cx="235915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A232E"/>
                </a:solidFill>
                <a:latin typeface="Noto Sans CJK SC"/>
              </a:rPr>
              <a:t>交通数据 NLP2SQL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7288" y="3063240"/>
            <a:ext cx="2359152" cy="32004"/>
          </a:xfrm>
          <a:prstGeom prst="rect">
            <a:avLst/>
          </a:prstGeom>
          <a:solidFill>
            <a:srgbClr val="1B8278"/>
          </a:solidFill>
          <a:ln w="10160">
            <a:solidFill>
              <a:srgbClr val="1B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3364992"/>
            <a:ext cx="2359152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86370"/>
                </a:solidFill>
                <a:latin typeface="Noto Sans CJK SC"/>
              </a:rPr>
              <a:t>面向深圳道路交通检测平台，构建自然语言查询数据库的 Agent。系统能够理解用户对道路流量、检测记录等交通数据的查询意图，自动生成并执行 SQL，再将数据库结果整理为可读反馈，降低专业数据的使用门槛。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1481328"/>
            <a:ext cx="10972" cy="4315968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444752"/>
            <a:ext cx="6583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CE8423"/>
                </a:solidFill>
                <a:latin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517904"/>
            <a:ext cx="1655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>
                <a:solidFill>
                  <a:srgbClr val="586370"/>
                </a:solidFill>
                <a:latin typeface="Noto Sans CJK SC"/>
              </a:rPr>
              <a:t>视觉语言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194560"/>
            <a:ext cx="235915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A232E"/>
                </a:solidFill>
                <a:latin typeface="Noto Sans CJK SC"/>
              </a:rPr>
              <a:t>航拍开放词汇目标检测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4" y="3063240"/>
            <a:ext cx="2359152" cy="32004"/>
          </a:xfrm>
          <a:prstGeom prst="rect">
            <a:avLst/>
          </a:prstGeom>
          <a:solidFill>
            <a:srgbClr val="CE8423"/>
          </a:solidFill>
          <a:ln w="10160">
            <a:solidFill>
              <a:srgbClr val="CE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364992"/>
            <a:ext cx="2359152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86370"/>
                </a:solidFill>
                <a:latin typeface="Noto Sans CJK SC"/>
              </a:rPr>
              <a:t>研究根据自然语言描述在无人机航拍图像中定位目标。针对小目标难识别、相似类别易混淆等问题，以 GroundingDINO 为基础，围绕提示词优化、候选框扩展与动态重排序进行改进，提升模型对开放类别目标的理解与定位能力。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0264" y="1481328"/>
            <a:ext cx="10972" cy="4315968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44752"/>
            <a:ext cx="658368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BE5047"/>
                </a:solidFill>
                <a:latin typeface="Noto Sans CJK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1517904"/>
            <a:ext cx="16550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>
                <a:solidFill>
                  <a:srgbClr val="586370"/>
                </a:solidFill>
                <a:latin typeface="Noto Sans CJK SC"/>
              </a:rPr>
              <a:t>具身智能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94560"/>
            <a:ext cx="235915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A232E"/>
                </a:solidFill>
                <a:latin typeface="Noto Sans CJK SC"/>
              </a:rPr>
              <a:t>交通指挥机器人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063240"/>
            <a:ext cx="2359152" cy="32004"/>
          </a:xfrm>
          <a:prstGeom prst="rect">
            <a:avLst/>
          </a:prstGeom>
          <a:solidFill>
            <a:srgbClr val="BE5047"/>
          </a:solidFill>
          <a:ln w="10160">
            <a:solidFill>
              <a:srgbClr val="BE5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364992"/>
            <a:ext cx="2359152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586370"/>
                </a:solidFill>
                <a:latin typeface="Noto Sans CJK SC"/>
              </a:rPr>
              <a:t>基于众擎机器人开发面向道路场景的交通指挥系统，使机器人能够自主转向、感知交通环境并通过动作进行指挥。本人负责视觉识别模块，重点检测未佩戴头盔、闯红灯等交通违法行为，为机器人后续决策与动作执行提供感知信息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980176"/>
            <a:ext cx="11128248" cy="10972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153912"/>
            <a:ext cx="9509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1">
                <a:solidFill>
                  <a:srgbClr val="233D52"/>
                </a:solidFill>
                <a:latin typeface="Noto Sans CJK SC"/>
              </a:rPr>
              <a:t>技术关键词   计算机视觉  ·  目标检测  ·  视觉语言模型  ·  LLM Agent  ·  具身智能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1539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33D52"/>
          </a:solidFill>
          <a:ln w="10160">
            <a:solidFill>
              <a:srgbClr val="2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B8278"/>
                </a:solidFill>
                <a:latin typeface="Noto Sans CJK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466344"/>
            <a:ext cx="53035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A232E"/>
                </a:solidFill>
                <a:latin typeface="Noto Sans CJK SC"/>
              </a:rPr>
              <a:t>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5303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FUTURE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1045952" cy="10972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36192"/>
            <a:ext cx="110459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>
                <a:solidFill>
                  <a:srgbClr val="233D52"/>
                </a:solidFill>
                <a:latin typeface="Noto Sans CJK SC"/>
              </a:rPr>
              <a:t>研究主线：面向真实动态场景，构建“感知—理解—决策—行动”的具身智能闭环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40864"/>
            <a:ext cx="58521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2B70AB"/>
                </a:solidFill>
                <a:latin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3774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A232E"/>
                </a:solidFill>
                <a:latin typeface="Noto Sans CJK SC"/>
              </a:rPr>
              <a:t>可靠的动态视觉感知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26080"/>
            <a:ext cx="3246120" cy="32004"/>
          </a:xfrm>
          <a:prstGeom prst="rect">
            <a:avLst/>
          </a:prstGeom>
          <a:solidFill>
            <a:srgbClr val="2B70AB"/>
          </a:solidFill>
          <a:ln w="10160">
            <a:solidFill>
              <a:srgbClr val="2B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218688"/>
            <a:ext cx="32461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0">
                <a:solidFill>
                  <a:srgbClr val="586370"/>
                </a:solidFill>
                <a:latin typeface="Noto Sans CJK SC"/>
              </a:rPr>
              <a:t>研究目标检测、目标跟踪与行为识别，重点应对小目标、遮挡、视角变化和复杂环境干扰，为机器人提供稳定、连续的环境状态。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86784" y="2359152"/>
            <a:ext cx="10972" cy="2487168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2340864"/>
            <a:ext cx="58521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1B8278"/>
                </a:solidFill>
                <a:latin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3774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A232E"/>
                </a:solidFill>
                <a:latin typeface="Noto Sans CJK SC"/>
              </a:rPr>
              <a:t>视觉语言与场景理解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2926080"/>
            <a:ext cx="3246120" cy="32004"/>
          </a:xfrm>
          <a:prstGeom prst="rect">
            <a:avLst/>
          </a:prstGeom>
          <a:solidFill>
            <a:srgbClr val="1B8278"/>
          </a:solidFill>
          <a:ln w="10160">
            <a:solidFill>
              <a:srgbClr val="1B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3218688"/>
            <a:ext cx="32461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0">
                <a:solidFill>
                  <a:srgbClr val="586370"/>
                </a:solidFill>
                <a:latin typeface="Noto Sans CJK SC"/>
              </a:rPr>
              <a:t>融合图像、自然语言指令和场景知识，使机器人从“识别目标”进一步走向理解任务意图、目标关系与环境语义。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7808" y="2359152"/>
            <a:ext cx="10972" cy="2487168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5" y="2340864"/>
            <a:ext cx="58521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>
                <a:solidFill>
                  <a:srgbClr val="BE5047"/>
                </a:solidFill>
                <a:latin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3774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1A232E"/>
                </a:solidFill>
                <a:latin typeface="Noto Sans CJK SC"/>
              </a:rPr>
              <a:t>感知驱动的决策与行动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5" y="2926080"/>
            <a:ext cx="3246120" cy="32004"/>
          </a:xfrm>
          <a:prstGeom prst="rect">
            <a:avLst/>
          </a:prstGeom>
          <a:solidFill>
            <a:srgbClr val="BE5047"/>
          </a:solidFill>
          <a:ln w="10160">
            <a:solidFill>
              <a:srgbClr val="BE5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8975" y="3218688"/>
            <a:ext cx="32461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0">
                <a:solidFill>
                  <a:srgbClr val="586370"/>
                </a:solidFill>
                <a:latin typeface="Noto Sans CJK SC"/>
              </a:rPr>
              <a:t>将视觉结果转化为可执行状态，结合策略学习与强化学习，根据环境反馈持续调整动作，并在真实机器人平台完成验证。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157216"/>
            <a:ext cx="11045952" cy="10972"/>
          </a:xfrm>
          <a:prstGeom prst="rect">
            <a:avLst/>
          </a:prstGeom>
          <a:solidFill>
            <a:srgbClr val="DADFE5"/>
          </a:solidFill>
          <a:ln w="10160">
            <a:solidFill>
              <a:srgbClr val="DA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404104"/>
            <a:ext cx="1353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33D52"/>
                </a:solidFill>
                <a:latin typeface="Noto Sans CJK SC"/>
              </a:rPr>
              <a:t>研究推进路径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385816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0">
                <a:solidFill>
                  <a:srgbClr val="586370"/>
                </a:solidFill>
                <a:latin typeface="Noto Sans CJK SC"/>
              </a:rPr>
              <a:t>夯实视觉、机器人与强化学习基础   →   完成算法复现与系统构建   →   依托真实平台开展实机验证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062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33D52"/>
          </a:solidFill>
          <a:ln w="10160">
            <a:solidFill>
              <a:srgbClr val="2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039112"/>
            <a:ext cx="1087221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1A232E"/>
                </a:solidFill>
                <a:latin typeface="Noto Sans CJK SC"/>
              </a:rPr>
              <a:t>感谢各位老师聆听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26664"/>
            <a:ext cx="1087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86370"/>
                </a:solidFill>
                <a:latin typeface="Noto Sans CJK SC"/>
              </a:rPr>
              <a:t>恳请各位老师批评指正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5736" y="3822191"/>
            <a:ext cx="676656" cy="36576"/>
          </a:xfrm>
          <a:prstGeom prst="rect">
            <a:avLst/>
          </a:prstGeom>
          <a:solidFill>
            <a:srgbClr val="2B70AB"/>
          </a:solidFill>
          <a:ln w="10160">
            <a:solidFill>
              <a:srgbClr val="2B7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22392" y="3822191"/>
            <a:ext cx="676656" cy="36576"/>
          </a:xfrm>
          <a:prstGeom prst="rect">
            <a:avLst/>
          </a:prstGeom>
          <a:solidFill>
            <a:srgbClr val="1B8278"/>
          </a:solidFill>
          <a:ln w="10160">
            <a:solidFill>
              <a:srgbClr val="1B8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9048" y="3822191"/>
            <a:ext cx="676656" cy="36576"/>
          </a:xfrm>
          <a:prstGeom prst="rect">
            <a:avLst/>
          </a:prstGeom>
          <a:solidFill>
            <a:srgbClr val="CE8423"/>
          </a:solidFill>
          <a:ln w="10160">
            <a:solidFill>
              <a:srgbClr val="CE8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75704" y="3822191"/>
            <a:ext cx="676656" cy="36576"/>
          </a:xfrm>
          <a:prstGeom prst="rect">
            <a:avLst/>
          </a:prstGeom>
          <a:solidFill>
            <a:srgbClr val="BE5047"/>
          </a:solidFill>
          <a:ln w="10160">
            <a:solidFill>
              <a:srgbClr val="BE5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0624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062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586370"/>
                </a:solidFill>
                <a:latin typeface="Noto Sans CJK SC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个人项目经历与未来规划</dc:title>
  <dc:subject>面试展示</dc:subject>
  <dc:creator>Wangzhe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